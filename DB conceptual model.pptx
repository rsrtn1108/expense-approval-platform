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8497-4A99-F0EA-6240-8FFF838FC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F251E-71B6-8764-EAD1-09C4357CB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A4BEF-FF6D-BF9D-5991-E8BBEA48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B456F-A79A-DBA0-F658-DB125044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40D8-7599-6411-5DC4-402DD5FA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388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9BF8-615A-B60F-9D1D-3BC65885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8C0A9-A411-0424-9CC1-6DEC70A44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20752-52EB-47E3-3AD3-664100CF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C5744-42FD-B2A1-0C2D-EEF694AA8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BE883-3C87-681D-45C7-E0FBCD71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06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2625C-5EAB-5CD6-F062-D16F6AA04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9D81A-0AF5-0DE7-8F39-AEB54EEAC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33405-A7EE-2F74-4FAC-B2D82B897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55E15-F495-8E2B-B65F-165735988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73C50-CA9D-4667-7120-87BEE33A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28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599B5-FB92-0493-1F7B-4181317D2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D5882-FC3C-1941-9F8B-50D9BBD54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AB823-2F26-0D55-E17F-0A3A7B46F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9288E-88A6-D88A-FC78-DF43F1C2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88E08-B612-3D91-62CA-F22861A1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7A068-0C20-6F10-14A3-52805B0C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D55C-DEC5-E31C-F06E-866E4AFC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B6A73-9666-4F20-428F-65547484C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F3207-6FE2-598B-325C-8BBCC2EDC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29E7EF-2777-1B0C-733D-535EABF76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875882-C6AF-FEBC-1966-B9A9F12AF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3B2385-A545-D4CF-844D-93A03FFB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48EEFE-EFD5-B8E2-F036-FA32B1CC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0805F-DFE7-8C91-6957-9E716CFD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557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80D9-BBFB-3675-9266-254B6A14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ABA4C-E4C5-F717-DF11-90D61862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E0C2C-8346-1585-630D-EA1B87AC6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23F8E-725B-40D8-BFE5-CFB97754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993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3E7695-D62F-253F-5245-6735C416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0518F3-9C24-EEF8-C4D2-F0046286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E25EA-E089-44A8-770A-116348F2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850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B140-A973-ED02-7B1E-35840F9B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5E413-4D8D-ADF6-60B8-3965CACE9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BBF2C-D082-2E6F-51F5-9868125A4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57E27-8F67-285E-3144-303DE959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5C59B-D9AD-3ED4-3D51-298A1120A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01611-B5C8-AA58-3606-72175690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86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1BC59-846F-A872-4C26-ADB47D337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F1132C-D880-CC12-EF51-1ED1BB0EC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D09EE-0125-22F3-EA70-F42D6465F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CA56F-2185-694D-3A56-552DBF7F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8BD18-2A0B-353B-76BF-D5BC9215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DA308-7D5B-5D38-2CDF-AA7BA1AF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69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9FD40-4421-3F6C-7F4F-8C8D03F9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0C51E-0B7B-4B2F-463C-AD34F985D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63E39-0CC6-4338-C6A9-33E84A0C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3A575-A1F6-0A16-44D7-09CEFCC06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1C5EC-CD3A-8FBA-17F4-C348373F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82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315E4D-DC9C-EAD4-421F-0168BD2EA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9BD56-4E2C-5F0C-41E3-694B8C1B2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BAA33-A38A-EE11-7800-8B356D60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2CF95-26B2-39D3-0099-E13D3F6FE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34627-F238-8F61-A2AC-38E702B07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99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426C3B-3739-783D-53EE-8F2B57C5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8BAC1-65DD-AAA3-5423-EA67435BD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26921-C0F6-0EFC-41EB-E30932EA4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874C4-DCB3-4A9D-A7CF-B84DD3E1844E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A45F1-7E4F-B728-FC08-165919E87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F94FB-3472-D5C8-2BD5-69AC0B525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91A2D-6BB4-4E33-AFEC-546FFAC1AD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15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FC7457-F304-5598-599D-DB20590F8DFA}"/>
              </a:ext>
            </a:extLst>
          </p:cNvPr>
          <p:cNvSpPr/>
          <p:nvPr/>
        </p:nvSpPr>
        <p:spPr>
          <a:xfrm>
            <a:off x="3650742" y="3448442"/>
            <a:ext cx="2267712" cy="1380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Audit log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AFC1FF-A7B8-A89F-8A3B-28EAD500B913}"/>
              </a:ext>
            </a:extLst>
          </p:cNvPr>
          <p:cNvSpPr/>
          <p:nvPr/>
        </p:nvSpPr>
        <p:spPr>
          <a:xfrm>
            <a:off x="3650742" y="986027"/>
            <a:ext cx="2267712" cy="1380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Expense requests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56BA5-52D3-4193-F46C-07779CF62663}"/>
              </a:ext>
            </a:extLst>
          </p:cNvPr>
          <p:cNvSpPr/>
          <p:nvPr/>
        </p:nvSpPr>
        <p:spPr>
          <a:xfrm>
            <a:off x="9144000" y="4154424"/>
            <a:ext cx="2267712" cy="1380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Role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C2E9B3-3C13-6D5D-D5E4-BCC53FF372E5}"/>
              </a:ext>
            </a:extLst>
          </p:cNvPr>
          <p:cNvSpPr/>
          <p:nvPr/>
        </p:nvSpPr>
        <p:spPr>
          <a:xfrm>
            <a:off x="7321296" y="986027"/>
            <a:ext cx="2267712" cy="1380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587F8D-5D41-C027-AA0B-8F1F8E62B672}"/>
              </a:ext>
            </a:extLst>
          </p:cNvPr>
          <p:cNvCxnSpPr>
            <a:stCxn id="7" idx="1"/>
            <a:endCxn id="5" idx="3"/>
          </p:cNvCxnSpPr>
          <p:nvPr/>
        </p:nvCxnSpPr>
        <p:spPr>
          <a:xfrm flipH="1">
            <a:off x="5918454" y="1676399"/>
            <a:ext cx="14028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2602E1-8FED-FDCD-8918-1038CDADFAF6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4784598" y="2366771"/>
            <a:ext cx="0" cy="1081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97B7476-FD97-E332-3569-E8F519A41AA1}"/>
              </a:ext>
            </a:extLst>
          </p:cNvPr>
          <p:cNvSpPr txBox="1"/>
          <p:nvPr/>
        </p:nvSpPr>
        <p:spPr>
          <a:xfrm>
            <a:off x="5839206" y="1271938"/>
            <a:ext cx="1561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Interacts with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F382D8-3FE0-5416-2D0B-FF571EC8EF0E}"/>
              </a:ext>
            </a:extLst>
          </p:cNvPr>
          <p:cNvSpPr txBox="1"/>
          <p:nvPr/>
        </p:nvSpPr>
        <p:spPr>
          <a:xfrm>
            <a:off x="10277856" y="2710648"/>
            <a:ext cx="1225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FD02E2-2056-DBD7-FC5A-1E13E20D69B7}"/>
              </a:ext>
            </a:extLst>
          </p:cNvPr>
          <p:cNvSpPr txBox="1"/>
          <p:nvPr/>
        </p:nvSpPr>
        <p:spPr>
          <a:xfrm>
            <a:off x="4784598" y="2712594"/>
            <a:ext cx="1543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Generates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F58256D-2BC1-273D-5F63-5B39A6BD5A1E}"/>
              </a:ext>
            </a:extLst>
          </p:cNvPr>
          <p:cNvCxnSpPr>
            <a:stCxn id="4" idx="3"/>
            <a:endCxn id="7" idx="2"/>
          </p:cNvCxnSpPr>
          <p:nvPr/>
        </p:nvCxnSpPr>
        <p:spPr>
          <a:xfrm flipV="1">
            <a:off x="5918454" y="2366771"/>
            <a:ext cx="2536698" cy="17720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EC676C6-13F2-D4CB-0B1A-C520B58657E0}"/>
              </a:ext>
            </a:extLst>
          </p:cNvPr>
          <p:cNvSpPr txBox="1"/>
          <p:nvPr/>
        </p:nvSpPr>
        <p:spPr>
          <a:xfrm>
            <a:off x="8426194" y="3201923"/>
            <a:ext cx="1655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Performed by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E9972A-1004-BB56-96F2-93FAD7765784}"/>
              </a:ext>
            </a:extLst>
          </p:cNvPr>
          <p:cNvSpPr txBox="1"/>
          <p:nvPr/>
        </p:nvSpPr>
        <p:spPr>
          <a:xfrm>
            <a:off x="4166616" y="2705362"/>
            <a:ext cx="59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1:M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8F892A-4007-5B4C-9A2E-03C0190EA29F}"/>
              </a:ext>
            </a:extLst>
          </p:cNvPr>
          <p:cNvSpPr txBox="1"/>
          <p:nvPr/>
        </p:nvSpPr>
        <p:spPr>
          <a:xfrm>
            <a:off x="9723120" y="2704337"/>
            <a:ext cx="59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1:1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1D5FC5-05BA-94E9-A550-D93E7BCD2100}"/>
              </a:ext>
            </a:extLst>
          </p:cNvPr>
          <p:cNvSpPr txBox="1"/>
          <p:nvPr/>
        </p:nvSpPr>
        <p:spPr>
          <a:xfrm>
            <a:off x="6324219" y="1667745"/>
            <a:ext cx="59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M:1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15270E-D503-335C-7CFC-DB3E3E7FF9B1}"/>
              </a:ext>
            </a:extLst>
          </p:cNvPr>
          <p:cNvSpPr txBox="1"/>
          <p:nvPr/>
        </p:nvSpPr>
        <p:spPr>
          <a:xfrm>
            <a:off x="7890510" y="3201292"/>
            <a:ext cx="59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1:1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5B2ECB4-81B5-59F7-F1CE-6166CC589A10}"/>
              </a:ext>
            </a:extLst>
          </p:cNvPr>
          <p:cNvCxnSpPr>
            <a:stCxn id="7" idx="3"/>
            <a:endCxn id="6" idx="0"/>
          </p:cNvCxnSpPr>
          <p:nvPr/>
        </p:nvCxnSpPr>
        <p:spPr>
          <a:xfrm>
            <a:off x="9589008" y="1676399"/>
            <a:ext cx="688848" cy="247802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1F7A56A7-685C-127F-FB6F-A5E901AADF17}"/>
              </a:ext>
            </a:extLst>
          </p:cNvPr>
          <p:cNvSpPr/>
          <p:nvPr/>
        </p:nvSpPr>
        <p:spPr>
          <a:xfrm>
            <a:off x="249174" y="986027"/>
            <a:ext cx="2267712" cy="13807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Expense status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294103E-D095-D429-C934-69941444574B}"/>
              </a:ext>
            </a:extLst>
          </p:cNvPr>
          <p:cNvCxnSpPr>
            <a:stCxn id="5" idx="1"/>
            <a:endCxn id="59" idx="3"/>
          </p:cNvCxnSpPr>
          <p:nvPr/>
        </p:nvCxnSpPr>
        <p:spPr>
          <a:xfrm flipH="1">
            <a:off x="2516886" y="1676399"/>
            <a:ext cx="11338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DBAB263-2178-010B-A4E1-44A9C4CF946A}"/>
              </a:ext>
            </a:extLst>
          </p:cNvPr>
          <p:cNvSpPr txBox="1"/>
          <p:nvPr/>
        </p:nvSpPr>
        <p:spPr>
          <a:xfrm>
            <a:off x="2786634" y="1277745"/>
            <a:ext cx="149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5924B8-8DE7-DF7D-E26E-F02718D982A9}"/>
              </a:ext>
            </a:extLst>
          </p:cNvPr>
          <p:cNvSpPr txBox="1"/>
          <p:nvPr/>
        </p:nvSpPr>
        <p:spPr>
          <a:xfrm>
            <a:off x="2801493" y="1667745"/>
            <a:ext cx="59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GB"/>
              <a:t>:</a:t>
            </a:r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22124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26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Ricky Sartin</dc:creator>
  <cp:lastModifiedBy>Ricky Sartin</cp:lastModifiedBy>
  <cp:revision>1</cp:revision>
  <dcterms:created xsi:type="dcterms:W3CDTF">2026-02-02T23:15:34Z</dcterms:created>
  <dcterms:modified xsi:type="dcterms:W3CDTF">2026-02-02T23:43:54Z</dcterms:modified>
</cp:coreProperties>
</file>